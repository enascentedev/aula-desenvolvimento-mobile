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aula com acolhimento. Dizer que hoje não é uma aula pesada de código: o foco é entender a disciplina, conhecer a turma e ter o primeiro contato prático com ambientes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pactuar tempo: metade inicial mais conversada; metade final no laboratório. Se a apresentação dos alunos for mais rápida, avançar para a introdução ainda na primeira metade.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curta. Evitar se alongar. Mostrar disponibilidade para dúvidas e deixar claro que o foco será aprender fazendo, mas com base teórica suficiente para entender as escolhas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Controlar o tempo com gentileza. A apresentação é importante, mas não pode consumir toda a aula. Anotar tecnologias citadas pela turma: Java, JavaScript, PHP, Python, banco, Git,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aprofundar cada item. Mostrar a jornada geral para reduzir ansiedade e criar mapa mental do semestre. Reforçar que a primeira aula começa pelo primeiro tópico da 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pergunta e ouvir respostas antes de conceituar. Não tratar como pegadinha: o objetivo é mostrar que existem diferentes formas de entregar software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deve conectar com conhecimento prévio de web. Os alunos provavelmente já conhecem navegador, HTML/CSS/JS e servidor. Mostrar que mobile tem outra camada: instalação, sistema operacional e recursos do aparelho.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simples. Perguntar quais desses recursos os aplicativos que eles usam acessam. Não entrar em permissões ainda; apenas introduzir 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nativo não significa “melhor sempre”. Significa que o app é feito com ferramentas e linguagem próprias daquele ecossistema. Para a disciplina, o foco prático principal tende a ser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ementa usa o termo híbrido e cita React Native e Flutter. Neste momento, manter linguagem simples: uma solução permite compartilhar parte do desenvolvimento. Depois podemos explicar as diferenças técnicas entre híbrido, cross-platform e native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tabela de forma rápida. O ponto central é decisão técnica orientada a contexto: equipe, prazo, orçamento, recursos do dispositivo e público-alvo.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feito rapidamente em duplas. Serve para consolidar a diferença antes do intervalo. O professor não precisa corrigir como certo/errado; deve explorar argumentos.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Intervalo. Na volta, abrir rapidamente os ambientes. Se houver atraso nas apresentações, este slide marca a transição para a parte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objetivo é contato inicial e comparação. Se algum computador apresentar problema, formar duplas ou usar demonstração projetada.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também um aviso para preparação do laboratório. Se algo não estiver instalado, priorizar demonstração coletiva e deixar a instalação detalhada para um material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explicar toda a classe. Apenas mostrar que a aplicação nativa tem estrutura própria do Android e usa Kotlin. Se o template vier diferente, adaptar ao ambiente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Expo é uma forma didática para a primeira aula, porque reduz a complexidade inicial. Explicar que Flutter também será mencionado na disciplina, mas não é necessário instalar tudo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principal fechamento conceitual da prática. O aluno precisa sair entendendo que o “app final” pode parecer igual, mas a tecnologia, fluxo de desenvolvimento e manutenção são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feito em papel, formulário ou discussão rápida. Guardar as respostas, pois ajudarão a ajustar a aula 2 e o ritmo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retomando a pergunta da aula: existem diferentes formas de entregar software no celular. Na próxima aula começamos a avançar na base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0"/>
            <a:ext cx="14630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438912"/>
            <a:ext cx="22402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Desenvolvimento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673"/>
                </a:solidFill>
              </a:rPr>
              <a:t>Aula 01 — Introdução, apresentação da turma e primeiro laboratório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5394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1920"/>
                </a:solidFill>
              </a:rPr>
              <a:t>Professor: Emanuel Nascente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760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673"/>
                </a:solidFill>
              </a:rPr>
              <a:t>Curso Técnico em Informática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2423160"/>
            <a:ext cx="1143000" cy="2148840"/>
          </a:xfrm>
          <a:prstGeom prst="roundRect">
            <a:avLst>
              <a:gd name="adj" fmla="val 176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2642616"/>
            <a:ext cx="960120" cy="1709928"/>
          </a:xfrm>
          <a:prstGeom prst="roundRect">
            <a:avLst>
              <a:gd name="adj" fmla="val 15238"/>
            </a:avLst>
          </a:prstGeom>
          <a:solidFill>
            <a:srgbClr val="FFF7D6"/>
          </a:solidFill>
          <a:ln w="12700">
            <a:solidFill>
              <a:srgbClr val="FFF7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2496312"/>
            <a:ext cx="320040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54112" y="319674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WEB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0" y="358353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Browser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979408" y="2423160"/>
            <a:ext cx="1143000" cy="2148840"/>
          </a:xfrm>
          <a:prstGeom prst="roundRect">
            <a:avLst>
              <a:gd name="adj" fmla="val 176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70848" y="2642616"/>
            <a:ext cx="960120" cy="1709928"/>
          </a:xfrm>
          <a:prstGeom prst="roundRect">
            <a:avLst>
              <a:gd name="adj" fmla="val 152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90888" y="2496312"/>
            <a:ext cx="320040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319674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NATIVO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208008" y="358353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Android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10405872" y="2423160"/>
            <a:ext cx="1143000" cy="2148840"/>
          </a:xfrm>
          <a:prstGeom prst="roundRect">
            <a:avLst>
              <a:gd name="adj" fmla="val 176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97312" y="2642616"/>
            <a:ext cx="960120" cy="1709928"/>
          </a:xfrm>
          <a:prstGeom prst="roundRect">
            <a:avLst>
              <a:gd name="adj" fmla="val 15238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17352" y="2496312"/>
            <a:ext cx="320040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16184" y="319674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HÍBRIDO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634472" y="358353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Multi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da primeira aula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4 horas: apresentação, visão geral e laboratório inicial.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1847088"/>
            <a:ext cx="310896" cy="3108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9156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53312" y="1837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Apresentação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94760" y="18562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Professor, alunos e expectativas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560320"/>
            <a:ext cx="310896" cy="3108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628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Disciplina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94760" y="25694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O que vamos estudar no semestre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273552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421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53312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Web × Mobile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794760" y="328269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Diferenças essenciais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3986784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0553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53312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Nativo × Híbrido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794760" y="39959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Como um app pode ser construído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4700016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7685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353312" y="4690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Laboratório 01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794760" y="4709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Primeiro contato com Android Studio e Expo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372600" y="1828800"/>
            <a:ext cx="2057400" cy="3108960"/>
          </a:xfrm>
          <a:prstGeom prst="roundRect">
            <a:avLst>
              <a:gd name="adj" fmla="val 7111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4692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Meta do encontro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646920" y="2651760"/>
            <a:ext cx="1554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Sair sabendo explicar, em linguagem simples, a diferença entre aplicação web, mobile nativa e híbrida/multiplataforma.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Apresentação do professor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Criar proximidade e explicar como a disciplina será conduzida.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1975104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19019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Quem sou eu e minha experiência com desenvolvimento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505456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2432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Como serão as aulas: conceito → demonstração → prática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3035808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8408" y="29626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 que espero da turma: participação, dúvidas e prática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7240" y="3566160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4930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Como vamos conectar programação com aplicativos reais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75320" y="1600200"/>
            <a:ext cx="2971800" cy="2880360"/>
          </a:xfrm>
          <a:prstGeom prst="roundRect">
            <a:avLst>
              <a:gd name="adj" fmla="val 5714"/>
            </a:avLst>
          </a:prstGeom>
          <a:solidFill>
            <a:srgbClr val="FFF9E6"/>
          </a:solidFill>
          <a:ln w="12700">
            <a:solidFill>
              <a:srgbClr val="F0D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</a:rPr>
              <a:t>Emanuel Nascente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4964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73"/>
                </a:solidFill>
              </a:rPr>
              <a:t>Professor de Desenvolvimento Mobile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</a:rPr>
              <a:t>Aulas com foco em entendimento, exemplos práticos e construção gradual de conhecimento.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Apresentação dos alunos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A turma já está no 3º módulo: vamos entender o ponto de partida real.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Cada aluno responde em até 1 minuto: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30428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3728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53312" y="233172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Nome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68680" y="280720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8757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283464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O que já estudou/programou no curso?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68680" y="331012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37870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53312" y="333756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Qual linguagem ou tecnologia mais gostou?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68680" y="381304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8816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353312" y="384048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Já tentou criar algum app?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68680" y="431596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3845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353312" y="434340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O que espera aprender nesta disciplina?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7955280" y="2011680"/>
            <a:ext cx="3154680" cy="2651760"/>
          </a:xfrm>
          <a:prstGeom prst="roundRect">
            <a:avLst>
              <a:gd name="adj" fmla="val 6207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1920"/>
                </a:solidFill>
              </a:rPr>
              <a:t>Regra de tempo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02752" y="288036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25 alunos × 1 minuto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≈ 25 minutos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Se passar disso, reduzimos as respostas abertas.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vamos aprender no semestre?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A disciplina acompanha o ciclo de criação de um aplicativo.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5F5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1920"/>
                </a:solidFill>
              </a:rPr>
              <a:t>Introdução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41832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Mobile, web, nativo e híbrido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538728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Kotlin / Java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703320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Linguagens no Android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300216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Android nativo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64808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Telas, navegação e recursos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9061704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26296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React Native / Flutter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226296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Visão de desenvolvimento híbrido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77240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UX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41832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Experiência e design mobile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3538728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Testes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3703320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Depuração e qualidade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300216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64808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Publicação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464808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673"/>
                </a:solidFill>
              </a:rPr>
              <a:t>Preparação para loja Google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 de partida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Antes de falar de tecnologia, precisamos pensar no produto.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28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</a:rPr>
              <a:t>Um site aberto no celular é um aplicativo mobile?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Discussão rápida: sim, não ou depende?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366760" y="1691640"/>
            <a:ext cx="1188720" cy="2240280"/>
          </a:xfrm>
          <a:prstGeom prst="roundRect">
            <a:avLst>
              <a:gd name="adj" fmla="val 1692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8200" y="1911096"/>
            <a:ext cx="1005840" cy="1801368"/>
          </a:xfrm>
          <a:prstGeom prst="roundRect">
            <a:avLst>
              <a:gd name="adj" fmla="val 14545"/>
            </a:avLst>
          </a:prstGeom>
          <a:solidFill>
            <a:srgbClr val="FFF7D6"/>
          </a:solidFill>
          <a:ln w="12700">
            <a:solidFill>
              <a:srgbClr val="FFF7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94699" y="1764792"/>
            <a:ext cx="332842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2498141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SITE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595360" y="290139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Browser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012680" y="1691640"/>
            <a:ext cx="1188720" cy="2240280"/>
          </a:xfrm>
          <a:prstGeom prst="roundRect">
            <a:avLst>
              <a:gd name="adj" fmla="val 1692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04120" y="1911096"/>
            <a:ext cx="1005840" cy="1801368"/>
          </a:xfrm>
          <a:prstGeom prst="roundRect">
            <a:avLst>
              <a:gd name="adj" fmla="val 14545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40619" y="1764792"/>
            <a:ext cx="332842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22992" y="2498141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APP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241280" y="290139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Instalado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914400" y="4343400"/>
            <a:ext cx="9966960" cy="914400"/>
          </a:xfrm>
          <a:prstGeom prst="roundRect">
            <a:avLst>
              <a:gd name="adj" fmla="val 14000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4440" y="46177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1F1F"/>
                </a:solidFill>
              </a:rPr>
              <a:t>A resposta abre a diferença entre acesso pelo navegador, aplicativo instalado e integração com recursos do dispositivo.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Web × Aplicação Mobile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Diferença principal: onde roda e como chega até o usuário.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92024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30352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68680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1520" y="201168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12700">
            <a:solidFill>
              <a:srgbClr val="F3D5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578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Usuário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08960" y="20116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Navegador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3756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673"/>
                </a:solidFill>
              </a:rPr>
              <a:t>Chrome / Safari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92240" y="20116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Web App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5120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673"/>
                </a:solidFill>
              </a:rPr>
              <a:t>HTML / CSS / JS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875520" y="201168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0" y="2432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Servidor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673"/>
                </a:solidFill>
              </a:rPr>
              <a:t>API / dados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</a:rPr>
              <a:t>WEB: geralmente acessada por URL e executada no navegador.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914400" y="4690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</a:rPr>
              <a:t>MOBILE: geralmente instalada no dispositivo e integrada ao sistema operacional.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 que tornam o mobile diferente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Um aplicativo pode conversar diretamente com o aparelho.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1508760" cy="283464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093976"/>
            <a:ext cx="1325880" cy="2395728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57554" y="1947672"/>
            <a:ext cx="422453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2" y="2894990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APP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3000" y="340522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Android / iOS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74904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Câmera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576072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GPS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77240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Notificações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374904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9476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Biometria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576072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Bluetooth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777240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1F1F"/>
                </a:solidFill>
              </a:rPr>
              <a:t>Armazenamento</a:t>
            </a:r>
            <a:endParaRPr lang="en-US" sz="1320" dirty="0"/>
          </a:p>
        </p:txBody>
      </p:sp>
      <p:sp>
        <p:nvSpPr>
          <p:cNvPr id="26" name="Text 23"/>
          <p:cNvSpPr/>
          <p:nvPr/>
        </p:nvSpPr>
        <p:spPr>
          <a:xfrm>
            <a:off x="3520440" y="4892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Esses recursos existem também em alguns contextos web, mas no app instalado a integração costuma ser mais direta e controlada pela plataforma.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Aplicativo nativo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Construído para uma plataforma específica.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920240"/>
            <a:ext cx="4343400" cy="2697480"/>
          </a:xfrm>
          <a:prstGeom prst="roundRect">
            <a:avLst>
              <a:gd name="adj" fmla="val 5424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08760" y="2423160"/>
            <a:ext cx="1005840" cy="1874520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0200" y="2642616"/>
            <a:ext cx="822960" cy="143560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70862" y="2496312"/>
            <a:ext cx="281635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19072" y="3097987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Android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737360" y="3435401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Kotlin / Java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834640" y="2331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Android nativo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852928" y="295351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4096" y="2880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Kotlin ou Java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2852928" y="331927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54096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Android Studio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2852928" y="368503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54096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Integração direta com Android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6766560" y="1920240"/>
            <a:ext cx="4343400" cy="2697480"/>
          </a:xfrm>
          <a:prstGeom prst="roundRect">
            <a:avLst>
              <a:gd name="adj" fmla="val 5424"/>
            </a:avLst>
          </a:prstGeom>
          <a:solidFill>
            <a:srgbClr val="F5F5F5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60920" y="2423160"/>
            <a:ext cx="1005840" cy="1874520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52360" y="2642616"/>
            <a:ext cx="822960" cy="143560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3022" y="2496312"/>
            <a:ext cx="281635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1232" y="3097987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iOS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589520" y="3435401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Swift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868680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</a:rPr>
              <a:t>iOS nativo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705088" y="295351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06256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Swift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8705088" y="331927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06256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Xcode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8705088" y="368503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06256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1F1F"/>
                </a:solidFill>
              </a:rPr>
              <a:t>Integração direta com iOS</a:t>
            </a:r>
            <a:endParaRPr lang="en-US" sz="1280" dirty="0"/>
          </a:p>
        </p:txBody>
      </p:sp>
      <p:sp>
        <p:nvSpPr>
          <p:cNvPr id="36" name="Shape 3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Aplicativo híbrido / multiplataforma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Uma abordagem para reaproveitar parte da base de código.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840480" cy="1097280"/>
          </a:xfrm>
          <a:prstGeom prst="roundRect">
            <a:avLst>
              <a:gd name="adj" fmla="val 13333"/>
            </a:avLst>
          </a:prstGeom>
          <a:solidFill>
            <a:srgbClr val="FFF9E6"/>
          </a:solidFill>
          <a:ln w="12700">
            <a:solidFill>
              <a:srgbClr val="E7C9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Framework / base compartilhada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965960" y="3703320"/>
            <a:ext cx="1463040" cy="2331720"/>
          </a:xfrm>
          <a:prstGeom prst="roundRect">
            <a:avLst>
              <a:gd name="adj" fmla="val 1375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3922776"/>
            <a:ext cx="1280160" cy="1892808"/>
          </a:xfrm>
          <a:prstGeom prst="roundRect">
            <a:avLst>
              <a:gd name="adj" fmla="val 11429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92654" y="3776472"/>
            <a:ext cx="409651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4542739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Android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94560" y="4962449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App final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394960" y="3703320"/>
            <a:ext cx="1463040" cy="2331720"/>
          </a:xfrm>
          <a:prstGeom prst="roundRect">
            <a:avLst>
              <a:gd name="adj" fmla="val 1375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3922776"/>
            <a:ext cx="1280160" cy="1892808"/>
          </a:xfrm>
          <a:prstGeom prst="roundRect">
            <a:avLst>
              <a:gd name="adj" fmla="val 11429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1654" y="3776472"/>
            <a:ext cx="409651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05272" y="4542739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iOS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623560" y="4962449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App final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8823960" y="3703320"/>
            <a:ext cx="1463040" cy="2331720"/>
          </a:xfrm>
          <a:prstGeom prst="roundRect">
            <a:avLst>
              <a:gd name="adj" fmla="val 1375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15400" y="3922776"/>
            <a:ext cx="1280160" cy="1892808"/>
          </a:xfrm>
          <a:prstGeom prst="roundRect">
            <a:avLst>
              <a:gd name="adj" fmla="val 11429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50654" y="3776472"/>
            <a:ext cx="409651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34272" y="4542739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Web?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52560" y="4962449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dependendo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251960" y="3063240"/>
            <a:ext cx="137160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79976" y="316382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Native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06440" y="306324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34456" y="31638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Flutter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059168" y="3063240"/>
            <a:ext cx="82296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87184" y="3163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Expo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simples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A pergunta não é “qual é melhor?”, mas “qual faz sentido para o problema?”.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755648"/>
            <a:ext cx="205740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911096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755648"/>
            <a:ext cx="246888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Nativo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1755648"/>
            <a:ext cx="397764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6248" y="191109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Híbrido / multiplataforma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2414016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56946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Foco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2414016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5694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Uma plataforma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46520" y="2414016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256946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Mais de uma plataforma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072384"/>
            <a:ext cx="205740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322783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Android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91840" y="3072384"/>
            <a:ext cx="246888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01568" y="322783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Kotlin / Java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46520" y="3072384"/>
            <a:ext cx="397764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56248" y="3227832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React Native / Flutter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3730752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88620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iOS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3730752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01568" y="388620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Swift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46520" y="3730752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56248" y="3886200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React Native / Flutter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1520" y="4389120"/>
            <a:ext cx="205740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454456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Código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01568" y="45445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Mais específico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46520" y="4389120"/>
            <a:ext cx="3977640" cy="530352"/>
          </a:xfrm>
          <a:prstGeom prst="rect">
            <a:avLst/>
          </a:prstGeom>
          <a:solidFill>
            <a:srgbClr val="FBFBFA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56248" y="454456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Maior reaproveitamento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" y="5047488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5202936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Uso ideal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291840" y="5047488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01568" y="52029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Quando a plataforma importa muito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46520" y="5047488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56248" y="520293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Quando precisamos lançar rápido em mais plataformas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relâmpago antes do intervalo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Pensar como equipe de desenvolvimento.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1874520"/>
            <a:ext cx="4983480" cy="2423160"/>
          </a:xfrm>
          <a:prstGeom prst="roundRect">
            <a:avLst>
              <a:gd name="adj" fmla="val 6038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Cenário 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Uma pequena empresa quer lançar um app de delivery para Android e iPhone em pouco tempo.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Qual caminho você escolheria?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0" y="1874520"/>
            <a:ext cx="4983480" cy="2423160"/>
          </a:xfrm>
          <a:prstGeom prst="roundRect">
            <a:avLst>
              <a:gd name="adj" fmla="val 6038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Cenário 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Uma empresa precisa usar câmera, sensores, Bluetooth e recursos específicos do aparelho.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</a:rPr>
              <a:t>Você manteria a mesma escolha?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37744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Anote 3 argumentos. Não existe resposta única.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57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</a:rPr>
              <a:t>Intervalo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920"/>
                </a:solidFill>
              </a:rPr>
              <a:t>Na volta: laboratório prático no computador.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98080" y="1828800"/>
            <a:ext cx="2834640" cy="2194560"/>
          </a:xfrm>
          <a:prstGeom prst="roundRect">
            <a:avLst>
              <a:gd name="adj" fmla="val 7500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1920"/>
                </a:solidFill>
              </a:rPr>
              <a:t>10–15 min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909560" y="3035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Retorno direto para o laboratório.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Laboratório 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Primeiro contato com ambientes de desenvolvimento mobile.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Objetivo: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48840" y="19385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comparar, na prática, a criação inicial de um projeto nativo e de um projeto híbrido/multiplataforma.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60120" y="2834640"/>
            <a:ext cx="4389120" cy="164592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1920"/>
                </a:solidFill>
              </a:rPr>
              <a:t>Parte A — Nativo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298448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</a:rPr>
              <a:t>Android Studio + Kotlin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46520" y="2834640"/>
            <a:ext cx="4389120" cy="1645920"/>
          </a:xfrm>
          <a:prstGeom prst="roundRect">
            <a:avLst>
              <a:gd name="adj" fmla="val 8889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3154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1920"/>
                </a:solidFill>
              </a:rPr>
              <a:t>Parte B — Híbrido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784848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</a:rPr>
              <a:t>React Native + Expo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01952" y="5230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1F"/>
                </a:solidFill>
              </a:rPr>
              <a:t>Hoje não vamos aprofundar sintaxe. Vamos criar, rodar e comparar.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começar: checklist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Evita perder a aula inteira com instalação.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8992" y="203911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3564" y="204368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44752" y="2002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Android Studio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444752" y="2240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para criar projeto Android nativo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914400" y="283464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299923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83564" y="300380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444752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Android SDK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444752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componentes da plataforma Android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914400" y="379476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78992" y="395935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3564" y="396392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444752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Node.js LTS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1444752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necessário para projetos Expo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400800" y="187452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65392" y="203911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69964" y="204368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31152" y="2002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VS Code</a:t>
            </a:r>
            <a:endParaRPr lang="en-US" sz="1420" dirty="0"/>
          </a:p>
        </p:txBody>
      </p:sp>
      <p:sp>
        <p:nvSpPr>
          <p:cNvPr id="28" name="Text 25"/>
          <p:cNvSpPr/>
          <p:nvPr/>
        </p:nvSpPr>
        <p:spPr>
          <a:xfrm>
            <a:off x="6931152" y="2240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editor para projeto React Native / Expo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400800" y="283464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65392" y="299923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9964" y="300380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931152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Celular ou emulador</a:t>
            </a:r>
            <a:endParaRPr lang="en-US" sz="1420" dirty="0"/>
          </a:p>
        </p:txBody>
      </p:sp>
      <p:sp>
        <p:nvSpPr>
          <p:cNvPr id="33" name="Text 30"/>
          <p:cNvSpPr/>
          <p:nvPr/>
        </p:nvSpPr>
        <p:spPr>
          <a:xfrm>
            <a:off x="6931152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para executar e visualizar o app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400800" y="379476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65392" y="395935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69964" y="396392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931152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1F1F"/>
                </a:solidFill>
              </a:rPr>
              <a:t>Internet</a:t>
            </a:r>
            <a:endParaRPr lang="en-US" sz="1420" dirty="0"/>
          </a:p>
        </p:txBody>
      </p:sp>
      <p:sp>
        <p:nvSpPr>
          <p:cNvPr id="38" name="Text 35"/>
          <p:cNvSpPr/>
          <p:nvPr/>
        </p:nvSpPr>
        <p:spPr>
          <a:xfrm>
            <a:off x="6931152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673"/>
                </a:solidFill>
              </a:rPr>
              <a:t>para criação do projeto Expo, se necessário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463040" y="5257800"/>
            <a:ext cx="9235440" cy="502920"/>
          </a:xfrm>
          <a:prstGeom prst="roundRect">
            <a:avLst>
              <a:gd name="adj" fmla="val 21818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37360" y="54132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Com turma grande, o ideal é deixar tudo instalado antes da aula.</a:t>
            </a:r>
            <a:endParaRPr lang="en-US" sz="1350" dirty="0"/>
          </a:p>
        </p:txBody>
      </p:sp>
      <p:sp>
        <p:nvSpPr>
          <p:cNvPr id="42" name="Shape 3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A — Criando um app nativo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Caminho mínimo no Android Studio.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9019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783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Abrir Android Studio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23042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240487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91640" y="2286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New Project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8680" y="28072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34440" y="290779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1640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Empty Activity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68680" y="33101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34440" y="341071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91640" y="3291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Nome: PrimeiroAppNativo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38130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234440" y="391363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91640" y="3794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Linguagem: Kotlin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68680" y="43159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34440" y="44165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Executar no emulador ou celular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812280" y="18288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5160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3D0"/>
                </a:solidFill>
              </a:rPr>
              <a:t>Kotlin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13448" y="2240280"/>
            <a:ext cx="3758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MainActivity : ComponentActivity()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override fun onCreate(savedInstanceState: Bundle?)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super.onCreate(savedInstanceState)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setContent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Text("Olá, Mobile!")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812280" y="4983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</a:rPr>
              <a:t>Hoje: reconhecer a estrutura. Depois: entender cada parte.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B — Criando um app híbrido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Caminho mínimo com React Native + Expo.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9019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783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Abrir terminal na pasta de projetos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23042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240487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91640" y="2286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Executar: npx create-expo-app@latest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8680" y="28072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34440" y="290779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1640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Abrir a pasta no VS Code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68680" y="33101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34440" y="341071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91640" y="3291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Executar: npx expo start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38130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234440" y="391363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91640" y="3794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Abrir no celular com Expo Go ou emulador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68680" y="43159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34440" y="44165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</a:rPr>
              <a:t>Observar estrutura e comparar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812280" y="18288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5160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3D0"/>
                </a:solidFill>
              </a:rPr>
              <a:t>React Native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13448" y="2240280"/>
            <a:ext cx="3758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{ Text, View } from 'react-native';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export default function App()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return (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&lt;View&gt;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&lt;Text&gt;Olá, Mobile!&lt;/Text&gt;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&lt;/View&gt;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812280" y="4983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</a:rPr>
              <a:t>Hoje: executar e comparar. Depois: componentes, estado e eventos.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Comparando os dois projetos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O usuário pode ver algo parecido. O desenvolvedor vê caminhos diferentes.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51560" y="1920240"/>
            <a:ext cx="1371600" cy="2560320"/>
          </a:xfrm>
          <a:prstGeom prst="roundRect">
            <a:avLst>
              <a:gd name="adj" fmla="val 1466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2139696"/>
            <a:ext cx="1188720" cy="2121408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45336" y="1993392"/>
            <a:ext cx="384048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841955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Olá, Mobile!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80160" y="330281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Nativo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9646920" y="1920240"/>
            <a:ext cx="1371600" cy="2560320"/>
          </a:xfrm>
          <a:prstGeom prst="roundRect">
            <a:avLst>
              <a:gd name="adj" fmla="val 1466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738360" y="2139696"/>
            <a:ext cx="1188720" cy="2121408"/>
          </a:xfrm>
          <a:prstGeom prst="roundRect">
            <a:avLst>
              <a:gd name="adj" fmla="val 12308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140696" y="1993392"/>
            <a:ext cx="384048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57232" y="2841955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Olá, Mobile!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75520" y="330281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Híbrido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2880360" y="182880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27248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Projeto nativo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154680" y="26700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Android Studio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Kotlin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Android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03720" y="182880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0608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Projeto híbrido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178040" y="26334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VS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JavaScript/TS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React Native / Expo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468880" y="3200400"/>
            <a:ext cx="41148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349240" y="3200400"/>
            <a:ext cx="155448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72600" y="3200400"/>
            <a:ext cx="27432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234440" y="51663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F"/>
                </a:solidFill>
              </a:rPr>
              <a:t>Pergunta final: se o resultado visual é parecido, o que muda para quem desenvolve?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 da aula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Registrar o que ficou claro e preparar a próxima aula.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Responda individualmente: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60120" y="243230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377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1F1F"/>
                </a:solidFill>
              </a:rPr>
              <a:t>Qual diferença você percebeu entre web e mobile?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880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1F1F"/>
                </a:solidFill>
              </a:rPr>
              <a:t>O que é um aplicativo nativo?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960120" y="343814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3383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1F1F"/>
                </a:solidFill>
              </a:rPr>
              <a:t>O que é um aplicativo híbrido/multiplataforma?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960120" y="394106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1F1F"/>
                </a:solidFill>
              </a:rPr>
              <a:t>Qual parte do laboratório gerou mais dúvida?</a:t>
            </a:r>
            <a:endParaRPr lang="en-US" sz="1520" dirty="0"/>
          </a:p>
        </p:txBody>
      </p:sp>
      <p:sp>
        <p:nvSpPr>
          <p:cNvPr id="18" name="Shape 15"/>
          <p:cNvSpPr/>
          <p:nvPr/>
        </p:nvSpPr>
        <p:spPr>
          <a:xfrm>
            <a:off x="960120" y="444398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1F1F"/>
                </a:solidFill>
              </a:rPr>
              <a:t>Que tipo de app você gostaria de desenvolver durante a disciplina?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9098280" y="1783080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726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Próxima aula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372600" y="2743200"/>
            <a:ext cx="1463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Fundamentos para começar a desenvolver no ecossistema Android.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</p:sp>
      <p:pic>
        <p:nvPicPr>
          <p:cNvPr id="4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502920"/>
            <a:ext cx="210312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11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</a:rPr>
              <a:t>Obrigado!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68680" y="2880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920"/>
                </a:solidFill>
              </a:rPr>
              <a:t>Dúvidas, comentários ou dificuldades do laboratório?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5394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Emanuel Nascente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5715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673"/>
                </a:solidFill>
              </a:rPr>
              <a:t>Desenvolvimento Mobile — Aula 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2194560"/>
            <a:ext cx="1097280" cy="2057400"/>
          </a:xfrm>
          <a:prstGeom prst="roundRect">
            <a:avLst>
              <a:gd name="adj" fmla="val 18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2414016"/>
            <a:ext cx="914400" cy="1618488"/>
          </a:xfrm>
          <a:prstGeom prst="roundRect">
            <a:avLst>
              <a:gd name="adj" fmla="val 16000"/>
            </a:avLst>
          </a:prstGeom>
          <a:solidFill>
            <a:srgbClr val="FFF7D6"/>
          </a:solidFill>
          <a:ln w="12700">
            <a:solidFill>
              <a:srgbClr val="FFF7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44461" y="2267712"/>
            <a:ext cx="307238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59752" y="293522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WEB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78040" y="33055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browser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8229600" y="2194560"/>
            <a:ext cx="1097280" cy="2057400"/>
          </a:xfrm>
          <a:prstGeom prst="roundRect">
            <a:avLst>
              <a:gd name="adj" fmla="val 18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2414016"/>
            <a:ext cx="914400" cy="1618488"/>
          </a:xfrm>
          <a:prstGeom prst="roundRect">
            <a:avLst>
              <a:gd name="adj" fmla="val 16000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24621" y="2267712"/>
            <a:ext cx="307238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9912" y="293522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NATIVO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58200" y="33055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Android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9509760" y="2194560"/>
            <a:ext cx="1097280" cy="2057400"/>
          </a:xfrm>
          <a:prstGeom prst="roundRect">
            <a:avLst>
              <a:gd name="adj" fmla="val 18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0" y="2414016"/>
            <a:ext cx="914400" cy="161848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904781" y="2267712"/>
            <a:ext cx="307238" cy="45720"/>
          </a:xfrm>
          <a:prstGeom prst="roundRect">
            <a:avLst>
              <a:gd name="adj" fmla="val 4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20072" y="293522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</a:rPr>
              <a:t>HÍBRIDO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738360" y="33055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D6673"/>
                </a:solidFill>
              </a:rPr>
              <a:t>Expo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673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Escola Técnica Mesquita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— Introdução ao Desenvolvimento Mobile</dc:title>
  <dc:subject>Aula 01 - Desenvolvimento Mobile</dc:subject>
  <dc:creator>Emanuel Nascente</dc:creator>
  <cp:lastModifiedBy>Emanuel Nascente</cp:lastModifiedBy>
  <cp:revision>1</cp:revision>
  <dcterms:created xsi:type="dcterms:W3CDTF">2026-08-28T16:19:05Z</dcterms:created>
  <dcterms:modified xsi:type="dcterms:W3CDTF">2026-08-28T16:19:05Z</dcterms:modified>
</cp:coreProperties>
</file>